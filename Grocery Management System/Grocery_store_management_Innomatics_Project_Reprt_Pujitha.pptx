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59" r:id="rId21"/>
  </p:sldIdLst>
  <p:sldSz cx="12192000" cy="6858000"/>
  <p:notesSz cx="6858000" cy="9144000"/>
  <p:embeddedFontLst>
    <p:embeddedFont>
      <p:font typeface="Lato Black" panose="020F0502020204030203" pitchFamily="34" charset="0"/>
      <p:bold r:id="rId23"/>
    </p:embeddedFont>
    <p:embeddedFont>
      <p:font typeface="Libre Baskerville" panose="02000000000000000000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poojitha-thatavarthi-55696529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hatavarthi32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08" r="2508"/>
          <a:stretch>
            <a:fillRect/>
          </a:stretch>
        </p:blipFill>
        <p:spPr>
          <a:xfrm>
            <a:off x="16510" y="15875"/>
            <a:ext cx="12175490" cy="6858000"/>
          </a:xfrm>
          <a:prstGeom prst="rect">
            <a:avLst/>
          </a:prstGeom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 amt="80000"/>
          </a:blip>
          <a:srcRect/>
          <a:stretch>
            <a:fillRect/>
          </a:stretch>
        </p:blipFill>
        <p:spPr>
          <a:xfrm>
            <a:off x="16634" y="16042"/>
            <a:ext cx="12190815" cy="6858000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  <a:outerShdw dir="5640000" sx="1000" sy="1000" algn="ctr" rotWithShape="0">
              <a:schemeClr val="tx1">
                <a:alpha val="100000"/>
              </a:schemeClr>
            </a:outerShdw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`</a:t>
            </a:r>
          </a:p>
        </p:txBody>
      </p:sp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3200" b="1" i="0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Store Management</a:t>
            </a:r>
            <a:endParaRPr sz="3200" b="1" i="0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107025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Background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:</a:t>
            </a:r>
          </a:p>
          <a:p>
            <a:pPr lvl="0" algn="just"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	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Technology in Artificial Intelligence and Machine Learning.</a:t>
            </a:r>
            <a:endParaRPr sz="2400" i="0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Why you want to learn Data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Analytics?	</a:t>
            </a:r>
          </a:p>
          <a:p>
            <a:pPr lvl="0" algn="just">
              <a:buClr>
                <a:schemeClr val="dk1"/>
              </a:buClr>
              <a:buSzPts val="2400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analyze real-world data, discover hidden patterns,        and make data-driven decisions that create meaningful impact.  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Any work experience?</a:t>
            </a:r>
          </a:p>
          <a:p>
            <a:pPr lvl="1" algn="just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	NO</a:t>
            </a:r>
            <a:endParaRPr sz="24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Share your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LinkedIn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and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GitHub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profile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URLs:</a:t>
            </a:r>
          </a:p>
          <a:p>
            <a:pPr lvl="0" algn="just"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	</a:t>
            </a:r>
            <a:r>
              <a:rPr lang="en-IN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Linkedln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: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  <a:hlinkClick r:id="rId3"/>
              </a:rPr>
              <a:t>https://linkedin.com/in/poojitha-thatavarthi-556965290</a:t>
            </a:r>
            <a:endParaRPr lang="en-IN" sz="24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lvl="0" algn="just"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           </a:t>
            </a:r>
            <a:r>
              <a:rPr lang="en-IN" sz="24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Github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: </a:t>
            </a: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  <a:hlinkClick r:id="rId4"/>
              </a:rPr>
              <a:t>https://github.com/thatavarthi321</a:t>
            </a:r>
            <a:endParaRPr lang="en-IN"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36546" y="416554"/>
            <a:ext cx="6099463" cy="55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502020204030203"/>
              <a:buNone/>
            </a:pPr>
            <a:r>
              <a:rPr lang="en-IN" sz="3800" b="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 panose="020F0502020204030203"/>
                <a:cs typeface="Times New Roman" panose="02020603050405020304" pitchFamily="18" charset="0"/>
                <a:sym typeface="Lato Black" panose="020F0502020204030203"/>
              </a:rPr>
              <a:t>About me</a:t>
            </a:r>
            <a:endParaRPr sz="38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  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66465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Experience/Challenges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8480"/>
          </a:xfrm>
        </p:spPr>
        <p:txBody>
          <a:bodyPr>
            <a:norm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sz="380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19101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and implement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 grocery store efficiently.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organize and store information about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customers, employees, products, suppliers, categories, and 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structured way.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best-selling products, top customers, revenue trends, and supplier contributions.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practice applying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joins, subqueries, aggregations, and filtering techniques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solving real-world problems.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support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clear and actionable recommendations based on data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722"/>
            <a:ext cx="10515600" cy="830629"/>
          </a:xfrm>
        </p:spPr>
        <p:txBody>
          <a:bodyPr>
            <a:norm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endParaRPr lang="en-IN" sz="3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55" y="1096352"/>
            <a:ext cx="8590084" cy="50318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Relationships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8995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 → Products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(One-to-Many): Each supplier can provide many products.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→ Products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(One-to-Many): Each category contains multiple products.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→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(One-to-Many): A product can appear in many order details.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→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(One-to-Many): An order can have multiple line items.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Orders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(One-to-Many): A customer can place multiple orders.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→ Orders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(One-to-Many): An employee can process multiple orders.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149"/>
            <a:ext cx="10515600" cy="629662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supplier details such as name and address.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different product categories (e.g., Beverages, Snacks).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product details including name, price, category, and supplier.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Supplier.sup_id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Categories.cat_id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1023"/>
            <a:ext cx="10515600" cy="609594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customer information such as name and address.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employee details who handle customer orders (e.g., name,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hire_date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order information including customer, employee, and date.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Customers.cust_id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Employees.emp_id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0611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individual items for each order such as quantity, unit price, and total price.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ord_detID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Orders.ord_id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Products.prod_id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</a:t>
            </a:r>
            <a:endParaRPr lang="en-IN" sz="38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028350"/>
            <a:ext cx="10515600" cy="341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Who are the top 5 customers by total purchase amount?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Which products have the highest sales volume (by quantity)?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are the monthly trends in order volume and revenue?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average price of products from each supplier?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Which employees have handled the most orders?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average quantity ordered per product?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5574"/>
          </a:xfrm>
        </p:spPr>
        <p:txBody>
          <a:bodyPr>
            <a:noAutofit/>
          </a:bodyPr>
          <a:lstStyle/>
          <a:p>
            <a:pPr algn="ctr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</a:t>
            </a:r>
            <a:endParaRPr lang="en-IN" sz="3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400175"/>
            <a:ext cx="8328660" cy="3886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2414905"/>
            <a:ext cx="10652760" cy="11201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095" y="4044950"/>
            <a:ext cx="3305810" cy="1506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45" y="656590"/>
            <a:ext cx="7513320" cy="3581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408430"/>
            <a:ext cx="10797540" cy="8839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205" y="2292350"/>
            <a:ext cx="2171700" cy="427482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05" y="2292350"/>
            <a:ext cx="2156460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0" y="746125"/>
            <a:ext cx="6195060" cy="2895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0" y="1391285"/>
            <a:ext cx="10462260" cy="13627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050" y="3260725"/>
            <a:ext cx="17907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5" y="795655"/>
            <a:ext cx="7513320" cy="350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85" y="1965960"/>
            <a:ext cx="9204960" cy="9753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670" y="3180080"/>
            <a:ext cx="2994660" cy="18770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95" y="561340"/>
            <a:ext cx="6924040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1410970"/>
            <a:ext cx="10797540" cy="1524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390900"/>
            <a:ext cx="2362200" cy="17754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497205"/>
            <a:ext cx="7482840" cy="3276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" y="1346200"/>
            <a:ext cx="6438900" cy="7848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885" y="2143760"/>
            <a:ext cx="1684020" cy="40843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090" y="2070100"/>
            <a:ext cx="1729740" cy="44729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457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22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Final Business Insights and Recommendations</a:t>
            </a:r>
            <a:endParaRPr lang="en-US" sz="4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52905"/>
            <a:ext cx="10515600" cy="40055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 shows a small set of loyal buyers contribute a major share of revenue →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customer retention programs.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 reveals best-sellers in specific categories →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stock and promotions for top-performing products.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 highlights certain vendors as key revenue drivers →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negotiate better terms and maintain strong relationships with them.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data shows variations in order handling →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training and incentives to underperforming staff.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 indicates peak times/months →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seasonal promotions and optimize inventory accordingly.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grocery store database successfully supports analysis across customers, products, suppliers, and employees.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 highlight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customers, best-selling products, and high-value suppliers.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revenue trends provide clear guidance for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planning and business strategy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that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SQL-based data analysis can drive informed decision-making in retail operations.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8060"/>
          </a:xfrm>
        </p:spPr>
        <p:txBody>
          <a:bodyPr/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Experience/Challenges 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545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relationships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multiple tables and applying correct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aggregations and subqueries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large datasets.</a:t>
            </a:r>
          </a:p>
          <a:p>
            <a:pPr algn="just"/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to transform raw SQL outputs into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business insights</a:t>
            </a:r>
            <a:r>
              <a:rPr lang="en-I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improved confidence in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SQL, problem-solving, and analytical thinking.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2588240" y="32950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814</Words>
  <Application>Microsoft Office PowerPoint</Application>
  <PresentationFormat>Widescreen</PresentationFormat>
  <Paragraphs>98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Libre Baskerville</vt:lpstr>
      <vt:lpstr>Lato Black</vt:lpstr>
      <vt:lpstr>Times New Roman</vt:lpstr>
      <vt:lpstr>Arial</vt:lpstr>
      <vt:lpstr>Office Theme</vt:lpstr>
      <vt:lpstr>`</vt:lpstr>
      <vt:lpstr>PowerPoint Presentation</vt:lpstr>
      <vt:lpstr>Agenda   </vt:lpstr>
      <vt:lpstr>Objective of the Project</vt:lpstr>
      <vt:lpstr>ER Diagram and Schema Explanation</vt:lpstr>
      <vt:lpstr>Entities &amp; Relationships </vt:lpstr>
      <vt:lpstr>PowerPoint Presentation</vt:lpstr>
      <vt:lpstr>PowerPoint Presentation</vt:lpstr>
      <vt:lpstr>PowerPoint Presentation</vt:lpstr>
      <vt:lpstr>Key Analysis Questions </vt:lpstr>
      <vt:lpstr>SQL Query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Business Insights and Recommendations</vt:lpstr>
      <vt:lpstr>Conclusion</vt:lpstr>
      <vt:lpstr>Experience/Challenges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Sarvika Govada</cp:lastModifiedBy>
  <cp:revision>23</cp:revision>
  <dcterms:created xsi:type="dcterms:W3CDTF">2021-02-16T05:19:00Z</dcterms:created>
  <dcterms:modified xsi:type="dcterms:W3CDTF">2025-10-28T10:11:13Z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5C4BA8B0602F4739996F003D61142A40_12</vt:lpwstr>
  </property>
  <property fmtid="{D5CDD505-2E9C-101B-9397-08002B2CF9AE}" pid="3" name="KSOProductBuildVer">
    <vt:lpwstr>1033-12.2.0.22549</vt:lpwstr>
  </property>
</Properties>
</file>